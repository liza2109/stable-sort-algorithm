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B26B-5C4E-3111-9AA1-8907F54D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50" y="37698"/>
            <a:ext cx="11346426" cy="2677648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STABLE SORT ALGORITHM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CE59D9-EFA8-DDDD-D41E-FD08FC1B8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485472"/>
            <a:ext cx="904568" cy="94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B16E6F-EB8E-C252-16BB-52F97C2C8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105" y="483012"/>
            <a:ext cx="339019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BB5581-2E7E-412B-63BA-787FBAAA758D}"/>
              </a:ext>
            </a:extLst>
          </p:cNvPr>
          <p:cNvSpPr txBox="1"/>
          <p:nvPr/>
        </p:nvSpPr>
        <p:spPr>
          <a:xfrm>
            <a:off x="1455174" y="3490452"/>
            <a:ext cx="9753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Dobariya Krish : 23002170210023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Ronit Kachhadiya : 23002170210111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Maru Anjali : 23002170110082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Vagadiya Liza : 23002170110194</a:t>
            </a:r>
          </a:p>
          <a:p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Raiyani Princy : 23002170110152</a:t>
            </a:r>
          </a:p>
        </p:txBody>
      </p:sp>
    </p:spTree>
    <p:extLst>
      <p:ext uri="{BB962C8B-B14F-4D97-AF65-F5344CB8AC3E}">
        <p14:creationId xmlns:p14="http://schemas.microsoft.com/office/powerpoint/2010/main" val="342241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54BD5-5A41-C2C8-3CE9-A3727BD0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84" y="1272994"/>
            <a:ext cx="8942775" cy="706964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0FB04D-2534-2554-8E85-7D8B1AD78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485472"/>
            <a:ext cx="904568" cy="94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E589A8-B992-1439-29F2-2F625B21D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105" y="483012"/>
            <a:ext cx="339019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2E58BC-C9EF-E4EF-9AD9-0D0CCBDC6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Sorting is a core concept in Design and Analysis of Algorithms.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Sorting algorithms arrange data in a specific order(ascending or descending).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In real-world application , maintaining the order of similar elements is important.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This project focuses on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Stable Sorting Algorithms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with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79559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F485-7E06-E927-A607-587F3A37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4217-7260-A0FD-5C50-BDC05DA1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2" y="1311987"/>
            <a:ext cx="8942775" cy="706964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Stable Soring Algorithms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B167AA-DE7B-B320-138E-BC3B86F19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485472"/>
            <a:ext cx="904568" cy="94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E2069A-609D-CEBE-7F39-5767DF1F2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105" y="483012"/>
            <a:ext cx="339019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E7B3D9-5005-C646-0F08-922E0BC1E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Sorting algorithms is called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stable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it preserves the relative order of equal elements.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Stability is important when sorting records with multiple attributes.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Stable sorting improves data consistency and reliability.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Used in database, financial systems, and multi-level sorting.</a:t>
            </a:r>
          </a:p>
        </p:txBody>
      </p:sp>
    </p:spTree>
    <p:extLst>
      <p:ext uri="{BB962C8B-B14F-4D97-AF65-F5344CB8AC3E}">
        <p14:creationId xmlns:p14="http://schemas.microsoft.com/office/powerpoint/2010/main" val="1175947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A886-8C29-3178-4373-01174E69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89D37-2721-5821-B468-7008F049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2" y="1311987"/>
            <a:ext cx="8942775" cy="706964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Algorithms Implemented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923D4-D520-0893-1976-D34F1D377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485472"/>
            <a:ext cx="904568" cy="94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16122D-8882-5C57-98E3-AE03C31F6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105" y="483012"/>
            <a:ext cx="339019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FAB076-14DC-CA55-3336-FEFE1B048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Bubble Sort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Compares adjacent elements and swaps if required.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Insertion Sort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Inserts elements into their correct position.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Merge Sort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Uses divide and conquer technique.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Counting Sort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Uses frequency counting instead of comparisons.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62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38A2D-295E-0025-8BDF-48051938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661F-1CBD-AB20-BBB4-BE43BEE1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2" y="1311987"/>
            <a:ext cx="8942775" cy="706964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Working &amp; Visualization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73665-6D51-1920-A58A-947BC4368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485472"/>
            <a:ext cx="904568" cy="94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EECCA2-3F87-1EC3-EEE8-676962C10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105" y="483012"/>
            <a:ext cx="339019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657A3A-36AC-BECF-6DCF-79BA6F53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78285" cy="41021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 enters or generated input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stable sorting algorithm is selected.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Elements are represented as bars on the screen.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Comparisons and swaps are shown using colors and animations.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Helps users clearly understand how stable sorting works internally</a:t>
            </a:r>
          </a:p>
        </p:txBody>
      </p:sp>
    </p:spTree>
    <p:extLst>
      <p:ext uri="{BB962C8B-B14F-4D97-AF65-F5344CB8AC3E}">
        <p14:creationId xmlns:p14="http://schemas.microsoft.com/office/powerpoint/2010/main" val="120207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C431-BAA3-986C-2C56-17756034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94E8-E91F-80C8-9001-0310AC10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613" y="1311987"/>
            <a:ext cx="3284272" cy="706964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C84D0-2D27-CE9F-1E06-9D0D337C7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485472"/>
            <a:ext cx="904568" cy="94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9DA1E0-EACC-94FF-13DC-ADDEFB556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105" y="483012"/>
            <a:ext cx="339019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E7BA60-82CA-0C97-4922-D4BA692B6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2603500"/>
            <a:ext cx="5506065" cy="41021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Preserves the relative order of equal elements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Useful for multi-level and database sorting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Ensures consistency in structured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Widely used in real-world applications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8E6490-9709-01A3-D915-76272B93A4B9}"/>
              </a:ext>
            </a:extLst>
          </p:cNvPr>
          <p:cNvSpPr txBox="1">
            <a:spLocks/>
          </p:cNvSpPr>
          <p:nvPr/>
        </p:nvSpPr>
        <p:spPr bwMode="gray">
          <a:xfrm>
            <a:off x="6817895" y="1320009"/>
            <a:ext cx="4114801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Disadvantages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FD092FC-4147-91F3-87C1-050F8D957BEB}"/>
              </a:ext>
            </a:extLst>
          </p:cNvPr>
          <p:cNvSpPr txBox="1">
            <a:spLocks/>
          </p:cNvSpPr>
          <p:nvPr/>
        </p:nvSpPr>
        <p:spPr>
          <a:xfrm>
            <a:off x="6271167" y="2595480"/>
            <a:ext cx="5506065" cy="4102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Higher time complexity in some cases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Requires additional memory (e.g. Merge Sort)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Slower performance in large datasets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 suitable for performance-critical systems</a:t>
            </a:r>
          </a:p>
        </p:txBody>
      </p:sp>
    </p:spTree>
    <p:extLst>
      <p:ext uri="{BB962C8B-B14F-4D97-AF65-F5344CB8AC3E}">
        <p14:creationId xmlns:p14="http://schemas.microsoft.com/office/powerpoint/2010/main" val="298701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756AF-3FBD-A518-2390-60646392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7ED1-CFC0-02AB-C32A-423DC0511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304" y="1148744"/>
            <a:ext cx="11346426" cy="267764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THANK YOU</a:t>
            </a:r>
            <a:endParaRPr lang="en-IN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45FD1-4EDB-7967-17A9-4C4195A45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485472"/>
            <a:ext cx="904568" cy="948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6A8E05-5DF4-757B-D9C8-0EC107DBB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4105" y="483012"/>
            <a:ext cx="3390198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89381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{6FCF5753-C4F6-4E53-9064-1D4ADE000F8C}TF229edf6a-8a49-49ee-a0a6-5037052947485fb3ca0c-bc27bf41d645</Template>
  <TotalTime>57</TotalTime>
  <Words>261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Century Gothic</vt:lpstr>
      <vt:lpstr>Wingdings</vt:lpstr>
      <vt:lpstr>Wingdings 3</vt:lpstr>
      <vt:lpstr>Ion Boardroom</vt:lpstr>
      <vt:lpstr>STABLE SORT ALGORITHM</vt:lpstr>
      <vt:lpstr>Introduction</vt:lpstr>
      <vt:lpstr>Stable Soring Algorithms</vt:lpstr>
      <vt:lpstr>Algorithms Implemented</vt:lpstr>
      <vt:lpstr>Working &amp; Visualization</vt:lpstr>
      <vt:lpstr>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Manthan Rupapara</dc:creator>
  <cp:lastModifiedBy>Manthan Rupapara</cp:lastModifiedBy>
  <cp:revision>5</cp:revision>
  <dcterms:created xsi:type="dcterms:W3CDTF">2026-02-07T05:28:28Z</dcterms:created>
  <dcterms:modified xsi:type="dcterms:W3CDTF">2026-02-08T04:00:15Z</dcterms:modified>
</cp:coreProperties>
</file>